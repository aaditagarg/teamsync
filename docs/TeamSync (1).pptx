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59" r:id="rId5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ppt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93268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91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TEAMSYNC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cross-college platform that helps students find teammates by skill, verify real project work via GitHub, and assemble hackathon teams fast.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" y="3977640"/>
            <a:ext cx="190561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77640"/>
            <a:ext cx="1905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Teammates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11450" y="3977640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2911450" y="397764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Verified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49394" y="3977640"/>
            <a:ext cx="2174443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749394" y="3977640"/>
            <a:ext cx="21744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Form Teams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Cross-College Hackathon Team Formation Platform — UCS503P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TeamSync 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TeamSync is a web-based cross-college platform built for students who need a teammate their own institute doesn't have, for a hackathon or a project. </a:t>
            </a:r>
            <a:endParaRPr lang="en-US" sz="14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a verified profile with tech stack, GitHub repos, and interests, and a ranked matching engine that surfaces complementary teammates.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pt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725" y="454045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4407408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for UCS503P at TIET — a 12-week engineering build piloted across at least two colleges around an upcoming hackathon.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ppt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519" y="191063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728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Profiles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26948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tags for stack, domain &amp; experience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537960" y="2743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ppt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519" y="287075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26948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signal of real, shipped work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3703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ppt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519" y="3830879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36484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Cross-College Network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26948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teammates your own college lacks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Background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TeamSync addresses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67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229057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discovery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268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search happens through scattered contacts, WhatsApp/Discord groups, or generic posts — with no shared, searchable channel.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2167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29057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cross-college visibility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624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needing a Flutter developer and one who fits that need at another college have no platform to find each other.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2688" y="4453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45765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&amp; verification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3268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forums can't confirm a profile genuinely belongs to a verified college student.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56248" y="4453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692" y="457657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skill discoverability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5624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filter people by tech stack, availability, or complementary skills.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13A40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proposal, success will be measured against these pilot targets — recruiting 15–25 students across at least two colleges around a hackathon.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01568" cy="3108960"/>
          </a:xfrm>
          <a:prstGeom prst="roundRect">
            <a:avLst>
              <a:gd name="adj" fmla="val 2647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2020824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842" y="316153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86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Time-to-First-Match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match time under 24 hours, from listing to first relevant candidate.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4256" y="2697480"/>
            <a:ext cx="3401568" cy="3108960"/>
          </a:xfrm>
          <a:prstGeom prst="roundRect">
            <a:avLst>
              <a:gd name="adj" fmla="val 2647"/>
            </a:avLst>
          </a:prstGeom>
          <a:solidFill>
            <a:srgbClr val="F2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0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018" y="316153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3886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Cross-College Match Rate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08576" y="443484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successful matches formed between students at different colleges.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28432" y="2697480"/>
            <a:ext cx="3401568" cy="3108960"/>
          </a:xfrm>
          <a:prstGeom prst="roundRect">
            <a:avLst>
              <a:gd name="adj" fmla="val 2647"/>
            </a:avLst>
          </a:prstGeom>
          <a:solidFill>
            <a:srgbClr val="F2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9409176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pt/excla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194" y="316153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57032" y="3886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Conversion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02752" y="443484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verification, GitHub linkage, and connection-to-team conversion rates.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approach — workflow over novel algorithms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167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pt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229057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Profile &amp; GitHub Link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is restricted to verified college email domains, with GitHub linkage as proof of real, shipped work.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11" name="Shape 8"/>
          <p:cNvSpPr/>
          <p:nvPr/>
        </p:nvSpPr>
        <p:spPr>
          <a:xfrm>
            <a:off x="6556248" y="2167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pt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92" y="229057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Complementary-Skill Matching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5624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scoring combines skill complementarity, interest overlap, experience, and availability with configurable weights.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" y="4453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ppt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457657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Web Architecture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3268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 frontend, Node.js/Express backend, and MongoDB Atlas for stateless, scalable APIs.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21" name="Shape 16"/>
          <p:cNvSpPr/>
          <p:nvPr/>
        </p:nvSpPr>
        <p:spPr>
          <a:xfrm>
            <a:off x="6556248" y="4453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/home/claude/ppt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57657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 with CI/CD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5624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iterations with automated build, test, and lint, plus one-command deployment to staging.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TeamSync Project Proposal</dc:title>
  <dc:subject>TeamSync Project Proposal</dc:subject>
  <dc:creator>PptxGenJS</dc:creator>
  <cp:lastModifiedBy>PptxGenJS</cp:lastModifiedBy>
  <cp:revision>1</cp:revision>
  <dcterms:created xsi:type="dcterms:W3CDTF">2026-08-09T18:43:17Z</dcterms:created>
  <dcterms:modified xsi:type="dcterms:W3CDTF">2026-08-09T18:43:17Z</dcterms:modified>
</cp:coreProperties>
</file>