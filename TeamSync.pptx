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ppt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932688"/>
            <a:ext cx="466344" cy="466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6916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IN PROJECT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04672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connects students across colleges to build projects together, showcase their tech stacks and GitHub work, and find teammates for hackathons.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4672" y="3977640"/>
            <a:ext cx="1905610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3977640"/>
            <a:ext cx="190561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Collaborators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11450" y="3977640"/>
            <a:ext cx="1636776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2911450" y="3977640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GitHub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49394" y="3977640"/>
            <a:ext cx="2174443" cy="42062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4749394" y="3977640"/>
            <a:ext cx="21744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Hackathon Teams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4672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Project &amp; Hackathon Collaboration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Partner in Project 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 Project is a web and mobile platform built for students who want to work on projects beyond their own classroom or campus. </a:t>
            </a:r>
            <a:endParaRPr lang="en-US" sz="14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every student a profile that displays their tech stack and GitHub repositories, so others can quickly see what they can build and what they've already shipped.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4434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ppt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725" y="4540453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4407408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college ecosystem — engineering, design, and research students across institutions, all in one shared network.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ppt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519" y="1910639"/>
            <a:ext cx="311810" cy="3118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7282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Profiles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269480" y="2039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languages, frameworks &amp; tools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537960" y="2743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/home/claude/ppt/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519" y="2870759"/>
            <a:ext cx="311810" cy="31181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9480" y="26883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Integration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269480" y="2999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and display real project repos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37960" y="37033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/home/claude/ppt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519" y="3830879"/>
            <a:ext cx="311810" cy="31181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36484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Cross-College Network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7269480" y="3959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builders outside your campus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building this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1671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29057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ideas stay local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32688" y="2770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strong project ideas but rarely find the right people beyond their own friend circle to build them.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21671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29057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48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hard to discover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56248" y="2770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easy way to see who already knows React, Flutter, or ML — and who has shipped real code on GitHub.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32688" y="44531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pt/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457657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teams form last-minute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32688" y="5056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hunting happens in scattered WhatsApp groups and Discord servers, often days before the deadline.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/>
        </p:spPr>
      </p:sp>
      <p:sp>
        <p:nvSpPr>
          <p:cNvPr id="20" name="Shape 15"/>
          <p:cNvSpPr/>
          <p:nvPr/>
        </p:nvSpPr>
        <p:spPr>
          <a:xfrm>
            <a:off x="6556248" y="4453128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ppt/comme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4576572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tools aren't built for this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56248" y="5056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is too formal and generic tools weren't designed for student builders looking for teammates.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7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13A40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2801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across colleges have no single, purpose-built place to find collaborators by skill, showcase real project work, and quickly assemble hackathon teams before deadlines close 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01568" cy="3108960"/>
          </a:xfrm>
          <a:prstGeom prst="roundRect">
            <a:avLst>
              <a:gd name="adj" fmla="val 2647"/>
            </a:avLst>
          </a:prstGeom>
          <a:solidFill>
            <a:srgbClr val="F2F8F7"/>
          </a:solidFill>
          <a:ln/>
        </p:spPr>
      </p:sp>
      <p:sp>
        <p:nvSpPr>
          <p:cNvPr id="6" name="Shape 4"/>
          <p:cNvSpPr/>
          <p:nvPr/>
        </p:nvSpPr>
        <p:spPr>
          <a:xfrm>
            <a:off x="2020824" y="3017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pt/excla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842" y="316153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86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discovery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43484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place to find teammates by tech stack or interest across colleges.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34256" y="2697480"/>
            <a:ext cx="3401568" cy="3108960"/>
          </a:xfrm>
          <a:prstGeom prst="roundRect">
            <a:avLst>
              <a:gd name="adj" fmla="val 2647"/>
            </a:avLst>
          </a:prstGeom>
          <a:solidFill>
            <a:srgbClr val="F2F8F7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0" y="3017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pt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9018" y="316153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2856" y="3886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work signal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08576" y="443484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and resumes don't show real, linkable proof of what someone has built.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28432" y="2697480"/>
            <a:ext cx="3401568" cy="3108960"/>
          </a:xfrm>
          <a:prstGeom prst="roundRect">
            <a:avLst>
              <a:gd name="adj" fmla="val 2647"/>
            </a:avLst>
          </a:prstGeom>
          <a:solidFill>
            <a:srgbClr val="F2F8F7"/>
          </a:solidFill>
          <a:ln/>
        </p:spPr>
      </p:sp>
      <p:sp>
        <p:nvSpPr>
          <p:cNvPr id="16" name="Shape 12"/>
          <p:cNvSpPr/>
          <p:nvPr/>
        </p:nvSpPr>
        <p:spPr>
          <a:xfrm>
            <a:off x="9409176" y="30175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ppt/exclam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194" y="316153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57032" y="38862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 at hackathons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02752" y="4434840"/>
            <a:ext cx="2852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are formed in a rush, often mismatched on skills or commitment.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120640"/>
            <a:ext cx="3291840" cy="32918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E0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in Project — one platform, three jobs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A4A50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1671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ppt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2290572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48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&amp; Tech-Stack Profiles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32688" y="2770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builds a profile listing their languages, frameworks, and tools, so others can find the right skillset fast.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A4A50"/>
          </a:solidFill>
          <a:ln/>
        </p:spPr>
      </p:sp>
      <p:sp>
        <p:nvSpPr>
          <p:cNvPr id="11" name="Shape 8"/>
          <p:cNvSpPr/>
          <p:nvPr/>
        </p:nvSpPr>
        <p:spPr>
          <a:xfrm>
            <a:off x="6556248" y="21671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ppt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692" y="229057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148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Showcase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56248" y="2770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GitHub repos directly to a profile as verifiable proof of real, shipped project work.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A4A50"/>
          </a:solidFill>
          <a:ln/>
        </p:spPr>
      </p:sp>
      <p:sp>
        <p:nvSpPr>
          <p:cNvPr id="16" name="Shape 12"/>
          <p:cNvSpPr/>
          <p:nvPr/>
        </p:nvSpPr>
        <p:spPr>
          <a:xfrm>
            <a:off x="932688" y="44531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ppt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457657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 &amp; Connect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32688" y="5056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students by college, skills, or interests, then connect and start a project conversation in-app.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416052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0A4A50"/>
          </a:solidFill>
          <a:ln/>
        </p:spPr>
      </p:sp>
      <p:sp>
        <p:nvSpPr>
          <p:cNvPr id="21" name="Shape 16"/>
          <p:cNvSpPr/>
          <p:nvPr/>
        </p:nvSpPr>
        <p:spPr>
          <a:xfrm>
            <a:off x="6556248" y="44531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3" descr="/home/claude/ppt/troph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692" y="4576572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Team Finder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56248" y="505663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or join open hackathon team slots, matched by required skills, availability, and event.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2026-08-09T18:43:17Z</dcterms:created>
  <dcterms:modified xsi:type="dcterms:W3CDTF">2026-08-09T18:43:17Z</dcterms:modified>
</cp:coreProperties>
</file>